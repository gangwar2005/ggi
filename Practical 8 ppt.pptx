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8979-D7CA-6A8D-40F0-2F0B9EA5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AACEB-7EB3-1747-7E4E-83A8CE7C5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4BFA6-FE5C-05E5-CB5D-C451F16A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D7987-FABA-DA59-3A9B-0D87E28A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91BC9-17F7-6781-552A-6C45C145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9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451F-9EC9-AD7D-23D6-AFE7AD9C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ADF0-F61F-EFE6-BEC4-9654D012E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5911A-82BF-6EC8-5C81-EE2C3D3E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79B9F-DAFC-D888-DD28-CF504126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1604D-DAFD-BFC3-6825-8E7F79D3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7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7EB1-BB04-C081-3DEC-82752584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629F3-D042-B8C2-2C44-229993B3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239A-10EC-7552-20F3-93654786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E0AA-0134-2704-983B-8471D890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A6DC-F5FA-E85A-2BC3-67199AEC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2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4209-7C44-8EC8-8E28-CE1C7927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1E8EF-32EE-0D5E-B870-F06C0FED0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8406D-AD44-520A-DD6D-CD5694F03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82AD9-EDEA-5E49-A240-0547C469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17AE7-A2E7-AA94-21C3-0B672C40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94E33-787D-684F-F9BE-533D77A5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1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C012-939D-DBA4-F178-4FD1FAF1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0AAE1-21FD-BE00-7531-5499ACE25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6333-D4A3-855F-89E3-C713C86C1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4991E-5F51-8F8F-374C-BEB62EAC4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E5F88-7698-AA04-69C3-75AAFA81C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641BD-F52B-7CBF-53CA-E352E98E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B7226-8D8F-6EB7-F376-6D330B19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63B6B-D02A-B6C8-35E1-152AF581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FD05-A72A-BC31-8C8F-3CF27E23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EDAA-F7AE-AD45-B33E-34524AE8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CE7B7-B906-3AEA-52F5-AE364305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96C3E-B6B0-1AD8-788C-22192077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6007A-BB8F-BE50-CF8D-04EF7710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07EA7-F456-B7A6-F37C-32764BDD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35450-ECA1-E405-5A8C-86AF9BB1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D12B-E6DA-14DF-FF1F-D32A6EFD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E9C5-6F22-DF0D-E161-F8061CEE5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B3C0A-5314-824A-DE1B-0C29B354A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17745-9A50-E2A7-D8D2-15095982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FB542-DB9B-50D9-67FC-A39CA006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40598-27B2-2A7E-828D-D18421CB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6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AE3B-FD30-7C13-4C90-3E607F7E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320C9-D31E-8F98-821C-BE9C34263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119D1-FEB5-08B2-05D3-B0D30CEBD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6A8E6-8D7B-8820-A12D-DFE2916E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5AF0C-32FA-0E22-43D9-E00EFD39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4E02F-E347-F9D9-3DB9-B45D0B8D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049B-E211-B06D-C1ED-05E2198F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D7F60-BBAF-529B-49F4-CD08E450F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F20F7-9F39-571D-D038-F7EC5467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2D3E6-C6EB-877E-57EB-93AB1925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2BC4B-FF73-C8C8-BF91-1CDD16E4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1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D080C-AF96-F14C-8886-F52F2491F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E9D0-0CAE-095C-223A-3170106F4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838D3-9ABB-3652-F818-F3F99F9D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FCAB-3C52-AEB3-79C2-F993D991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4897A-C21E-EE87-FCD2-18B6CC66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1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7B4F0-A758-047F-9404-E32B20DB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EF307-2B92-D1D5-1A70-97A01F3C1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BF220-67CD-2531-92BB-D0EDB83AE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03DEA-7721-4607-AC23-77CF8C6E88E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C4000-0179-BCE1-8757-45DF1DF41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AD597-3A15-413E-26A5-F23436B3D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EBB49-EB08-44E2-AC13-CDFBA343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5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9973D0-5F4C-0AA5-FA70-2F9AF95E2D78}"/>
              </a:ext>
            </a:extLst>
          </p:cNvPr>
          <p:cNvSpPr txBox="1"/>
          <p:nvPr/>
        </p:nvSpPr>
        <p:spPr>
          <a:xfrm>
            <a:off x="1966452" y="1859339"/>
            <a:ext cx="77380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Improve customer service                                                  Customer</a:t>
            </a:r>
          </a:p>
          <a:p>
            <a:r>
              <a:rPr lang="en-US" dirty="0"/>
              <a:t>Increase employee productivity		         Productivity</a:t>
            </a:r>
          </a:p>
          <a:p>
            <a:r>
              <a:rPr lang="en-US" dirty="0"/>
              <a:t>Reduce operating costs			         Cost saving</a:t>
            </a:r>
          </a:p>
          <a:p>
            <a:r>
              <a:rPr lang="en-US" dirty="0"/>
              <a:t>Improve communication			         Communication	</a:t>
            </a:r>
          </a:p>
          <a:p>
            <a:r>
              <a:rPr lang="en-US" dirty="0"/>
              <a:t>Increase Sales				         Sales</a:t>
            </a:r>
          </a:p>
          <a:p>
            <a:r>
              <a:rPr lang="en-US" dirty="0"/>
              <a:t>Use modern technology			         Technology	</a:t>
            </a:r>
          </a:p>
          <a:p>
            <a:r>
              <a:rPr lang="en-US" dirty="0"/>
              <a:t>Analyze customer data			         Data</a:t>
            </a:r>
          </a:p>
          <a:p>
            <a:r>
              <a:rPr lang="en-US" dirty="0"/>
              <a:t>Improve teamwork				         Teamwork</a:t>
            </a:r>
          </a:p>
          <a:p>
            <a:r>
              <a:rPr lang="en-US" dirty="0"/>
              <a:t>Improve product quality			         Quality</a:t>
            </a:r>
          </a:p>
          <a:p>
            <a:r>
              <a:rPr lang="en-US" dirty="0"/>
              <a:t>Achieve business goals			         Growth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Smart Technology   Better Teams    Lower Costs   Customer Focus    Faster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Rajveer gangwar</dc:creator>
  <cp:lastModifiedBy>Rajveer gangwar</cp:lastModifiedBy>
  <cp:revision>1</cp:revision>
  <dcterms:created xsi:type="dcterms:W3CDTF">2026-09-23T18:55:09Z</dcterms:created>
  <dcterms:modified xsi:type="dcterms:W3CDTF">2026-09-23T18:55:27Z</dcterms:modified>
</cp:coreProperties>
</file>